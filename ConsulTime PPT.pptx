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  <a:r>
              <a:t>CONSULTIME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  <a:latin typeface="Arial"/>
              </a:rPr>
              <a:t>Web-Based Consultation and Appointment Management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rPr>
                <a:solidFill>
                  <a:srgbClr val="1F2937"/>
                </a:solidFill>
                <a:latin typeface="Arial"/>
              </a:rPr>
              <a:t>Manual scheduling, appointment conflicts, delayed communication, lack of centralized records.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rPr>
                <a:solidFill>
                  <a:srgbClr val="1F2937"/>
                </a:solidFill>
                <a:latin typeface="Arial"/>
              </a:rPr>
              <a:t>Develop a centralized consultation and appointment management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  <a:latin typeface="Arial"/>
              </a:rPr>
              <a:t>Student → Web App → Database → Faculty → Administrator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rPr>
                <a:solidFill>
                  <a:srgbClr val="1F2937"/>
                </a:solidFill>
                <a:latin typeface="Arial"/>
              </a:rPr>
              <a:t>HTML, CSS, JavaScript, Supabase, Authentication, Responsive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1527048"/>
            <a:ext cx="8375904" cy="4672267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4608" y="1572768"/>
            <a:ext cx="6912864" cy="47183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384048" y="1527048"/>
            <a:ext cx="8375904" cy="4672267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  <a:r>
              <a:t>Login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pic>
        <p:nvPicPr>
          <p:cNvPr id="9" name="Picture 8" descr="login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1527048"/>
            <a:ext cx="8375904" cy="4672267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4608" y="1572768"/>
            <a:ext cx="6912864" cy="47183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384048" y="1527048"/>
            <a:ext cx="8375904" cy="4672267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  <a:r>
              <a:t>Registration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pic>
        <p:nvPicPr>
          <p:cNvPr id="9" name="Picture 8" descr="register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1527048"/>
            <a:ext cx="8375904" cy="4672267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4608" y="1572768"/>
            <a:ext cx="6912864" cy="47183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384048" y="1527048"/>
            <a:ext cx="8375904" cy="4672267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  <a:r>
              <a:t>Student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pic>
        <p:nvPicPr>
          <p:cNvPr id="9" name="Picture 8" descr="studen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1527048"/>
            <a:ext cx="8375904" cy="4672267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4608" y="1572768"/>
            <a:ext cx="6912864" cy="47183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384048" y="1527048"/>
            <a:ext cx="8375904" cy="4672267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  <a:r>
              <a:t>Book Appointment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pic>
        <p:nvPicPr>
          <p:cNvPr id="9" name="Picture 8" descr="studen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1527048"/>
            <a:ext cx="8375904" cy="4672267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4608" y="1572768"/>
            <a:ext cx="6912864" cy="47183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384048" y="1527048"/>
            <a:ext cx="8375904" cy="4672267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  <a:r>
              <a:t>Faculty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pic>
        <p:nvPicPr>
          <p:cNvPr id="9" name="Picture 8" descr="faculty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1527048"/>
            <a:ext cx="8375904" cy="4672267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4608" y="1572768"/>
            <a:ext cx="6912864" cy="4718304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384048" y="1527048"/>
            <a:ext cx="8375904" cy="4672267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  <a:r>
              <a:t>Admin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pic>
        <p:nvPicPr>
          <p:cNvPr id="9" name="Picture 8" descr="admin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  <a:r>
              <a:t>System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rPr>
                <a:solidFill>
                  <a:srgbClr val="1F2937"/>
                </a:solidFill>
                <a:latin typeface="Arial"/>
              </a:rPr>
              <a:t>ISO 25010 Evaluation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  <a:r>
              <a:t>Device Compatibility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rPr>
                <a:solidFill>
                  <a:srgbClr val="1F2937"/>
                </a:solidFill>
                <a:latin typeface="Arial"/>
              </a:rPr>
              <a:t>Mobile, Tablet, Laptop, Desktop – 100% Passed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  <a:r>
              <a:t>Key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  <a:latin typeface="Arial"/>
              </a:rPr>
              <a:t>Centralized scheduling, monitoring, responsive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F2937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rPr>
                <a:solidFill>
                  <a:srgbClr val="1F2937"/>
                </a:solidFill>
                <a:latin typeface="Arial"/>
              </a:rPr>
              <a:t>ConsulTime streamlined consultation scheduling and communication.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"/>
            <a:ext cx="112772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2800">
                <a:solidFill>
                  <a:srgbClr val="1E3A8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320040" y="1463040"/>
            <a:ext cx="8503920" cy="4800283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  <a:latin typeface="Arial"/>
              </a:rPr>
              <a:t>Questions and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600">
                <a:solidFill>
                  <a:srgbClr val="34D399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